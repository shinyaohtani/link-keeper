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1D64AE-AD76-A429-4187-CDD580E4E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0FF7C7-8CFD-7879-C55C-AFD78180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2A1AF1-BA8D-FBEA-3F57-CB80C818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B7F365-BAE0-202F-01C0-7C712B09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419596-624D-4124-B829-F2ACD647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76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7AA647-6134-1C59-FA45-F07A5604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D00A9F-82BB-3733-4E0D-9DB739B1B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A37835-9CCC-33F4-7705-639402AD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65280B-20F4-2FA3-5388-7C392344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59C9C5-791E-751F-2CB2-D7C2F37A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98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8124A3-CBC2-67C8-4DDE-D9C9785B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0505DC-AF06-101C-5A9F-F242A7B5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D7BF4B-A4AE-E2B7-C8BE-8D819823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E6BF22-D550-4290-89DE-1D810C56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244913-1191-299F-3E5C-EEEAECC9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41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58BD33-76AC-23D5-A2CB-205579674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AB64DC-17A6-0124-611C-CC0EA5415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CA1EE4-EC2A-923D-289E-008C392FD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B7D1B0-49A3-D62E-F672-BE47E2AEF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C89314-0B53-DA1E-E627-3CC882FD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2A2852-C737-6B76-CA3B-7323069F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99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3C628-FCCE-B2D8-809C-6F5A580B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710855-304F-9E60-2386-A48D6DE9B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1C4758-2E94-3BA5-5B72-92B4EC133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399E5A-E284-36A3-E0DC-137C5217C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6C5D983-7D9C-3280-F4FE-C3E09FB70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704443-3E32-B387-B686-7971DE3A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9DA1476-8822-71B3-9D12-AA8ADEA5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90CD9B-BE82-FA18-B2C3-DE90C74D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27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149C77-A1BA-9C41-F818-E3A798A8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9DB63F-07A7-CC90-754F-78169BD7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E1219A-0B01-A65C-025A-3972EEC1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33380E-552C-324C-FF12-FADFFBCB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025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22DEBBC-56F9-55FF-CE5A-9F1A420AF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AA3650D-49B4-D586-4B3A-7D41E8BA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05C681-DB08-5361-25FD-D014768E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25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1DA4B-2AE6-13DD-E2B1-A53D2FBE8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C24050-3016-4BE9-B2C9-C883BCE9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B87048-9E88-587D-EFE7-256B82CAD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2615E3-598D-8A26-89AD-3E4CAB10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E4884D-AB8B-FF6A-301A-D4F495A1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ACA62A-8500-F737-0320-3FBAE9ED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896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4C13B7-926B-E9ED-029E-DE52B877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A6E68A-CE0D-2322-C27C-473FD8A7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085BD1-BD7A-B9A9-09EA-701163D41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D0D934-CCBE-985D-7090-781F8146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3B09A0-20C8-6659-6EED-7AB4EFDA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7AA7C3-9C9C-CDC1-AB10-55392B01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55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89C81-2766-2991-2D5B-C7C63D8B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71BEA55-B1FB-B05C-F41B-CFB54B134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91B67C-9657-4A20-9760-8209DD70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E22F1-3954-DF78-E036-5BBACC47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E31BE0-18F8-0807-00A1-CAE31146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13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67D5BA-A643-1C43-8DDD-6B48C2C5E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C567F1-88E8-407A-F182-F42293210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32C178-F718-B7C5-17F4-910AF656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40A8B4-81B2-028F-F277-A96B28C6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48AE1E-A577-B3E4-D6F4-78150ECA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9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6C67D6-A5CD-82AF-B5E1-3454F5EB7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AEBF53-7C01-AE0D-2526-39EE3E458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5830E9-B17C-2C6F-90A2-858A76A0C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FD5AA-2E10-E647-B2BC-6F2C0F046D92}" type="datetimeFigureOut">
              <a:rPr kumimoji="1" lang="ja-JP" altLang="en-US" smtClean="0"/>
              <a:t>2026/4/22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A99BDC-DBF0-983E-D2BC-B1E896A64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59DC5A-CC75-24E6-DE32-09D647AED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2F76E-4D7D-8A44-BFDE-11A4F71A78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65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CDB85FA-912D-1E91-3B27-991C0D34F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9512" y1="25391" x2="65576" y2="27393"/>
                        <a14:foregroundMark x1="65576" y1="27393" x2="71240" y2="27197"/>
                        <a14:foregroundMark x1="85107" y1="49854" x2="83691" y2="70361"/>
                        <a14:foregroundMark x1="83691" y1="70361" x2="78320" y2="77539"/>
                        <a14:foregroundMark x1="78320" y1="77539" x2="72119" y2="81738"/>
                        <a14:foregroundMark x1="72119" y1="81738" x2="63086" y2="83984"/>
                        <a14:foregroundMark x1="63086" y1="83984" x2="29004" y2="79395"/>
                        <a14:foregroundMark x1="29004" y1="79395" x2="21045" y2="70410"/>
                        <a14:foregroundMark x1="21045" y1="70410" x2="16650" y2="55518"/>
                        <a14:foregroundMark x1="14990" y1="71045" x2="16504" y2="79297"/>
                        <a14:foregroundMark x1="16504" y1="79297" x2="22754" y2="84180"/>
                        <a14:foregroundMark x1="22754" y1="84180" x2="34912" y2="85498"/>
                        <a14:foregroundMark x1="89697" y1="32861" x2="89307" y2="35596"/>
                      </a14:backgroundRemoval>
                    </a14:imgEffect>
                  </a14:imgLayer>
                </a14:imgProps>
              </a:ext>
            </a:extLst>
          </a:blip>
          <a:srcRect l="10061" t="10046" r="10122" b="10137"/>
          <a:stretch>
            <a:fillRect/>
          </a:stretch>
        </p:blipFill>
        <p:spPr>
          <a:xfrm>
            <a:off x="3356974" y="688932"/>
            <a:ext cx="5473875" cy="547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0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OHTANI SHINYA (大谷 伸弥)</dc:creator>
  <cp:lastModifiedBy>OHTANI SHINYA (大谷 伸弥)</cp:lastModifiedBy>
  <cp:revision>1</cp:revision>
  <dcterms:created xsi:type="dcterms:W3CDTF">2026-04-22T02:43:44Z</dcterms:created>
  <dcterms:modified xsi:type="dcterms:W3CDTF">2026-04-22T02:45:54Z</dcterms:modified>
</cp:coreProperties>
</file>